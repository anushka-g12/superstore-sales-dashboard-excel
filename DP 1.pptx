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E091-CC6E-6DA6-A2A6-635452C7B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A0085B-D903-CC0A-6F36-5C2D17B8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834C7-18A7-A7DF-11E2-230265B0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57CF-590D-43F0-82CF-E0A43C9C036F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3CC59-B2E8-44AE-8A54-1A6B6030E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7701E-B645-D3F8-C763-0FC915F22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60C4-CC07-42CE-9DAD-9A4CD5ED5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3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5A30-063A-81A9-6C88-FA00F653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8F97D-9D35-0C31-DEB8-77EF91F9C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5E01D-192F-3009-CFEA-9687B9234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57CF-590D-43F0-82CF-E0A43C9C036F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212D6-7346-5AD5-C731-C8A2E47D0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A79B9-6F2E-D42F-B4A1-F94B6E513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60C4-CC07-42CE-9DAD-9A4CD5ED5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38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BD568-C131-CF1C-3ABF-F895EF3D8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16ADE-169E-A928-E94D-BB5546C86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FBAEA-8791-6A3A-1314-B76EB05EE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57CF-590D-43F0-82CF-E0A43C9C036F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02533-AE6F-AB15-D28B-FC59D6CB0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D13B6-18EE-8DC1-A0A2-6C75653A6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60C4-CC07-42CE-9DAD-9A4CD5ED5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380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B81C6-1A6C-68E8-F893-51EE835CA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252CB-D1C2-3C37-6062-EE3B8CAD8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A15B9-36FC-1621-8D1B-2D22C6DBB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5219E-FFF2-4F2A-B144-212CDA76A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57CF-590D-43F0-82CF-E0A43C9C036F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1D57D-F275-3A42-7C50-A4F79CF8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BA67F-A87C-C86E-646A-63E61D25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60C4-CC07-42CE-9DAD-9A4CD5ED5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763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349D2-6C12-42CC-1540-4EFFB8057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2C5F0-3801-0B80-D332-69F48AE58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D9755-F90A-DB88-5F38-CF36129B0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F375E7-A0DD-BD7C-7566-568F2B6D1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EBE2B-E6C0-4D52-EB54-01BBB0B35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D7FCB9-C71A-7F6B-665E-1C9ABADC1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57CF-590D-43F0-82CF-E0A43C9C036F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FC9BA8-5B81-60F5-2997-4D2B70E0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2EF8AF-2343-D0EE-9FCA-1B20B61B4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60C4-CC07-42CE-9DAD-9A4CD5ED5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651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ED8F-9349-AF9C-664C-C83671A39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26E100-2391-FC1D-6E8E-7DD68962F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57CF-590D-43F0-82CF-E0A43C9C036F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9E086-A8D5-7318-64E9-4B0BAF81F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E75EE-42B0-3B8C-7804-5155A8E4E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60C4-CC07-42CE-9DAD-9A4CD5ED5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341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CD65F4-6A77-6A39-6DF2-D5E676987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57CF-590D-43F0-82CF-E0A43C9C036F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EBCE56-0E0B-0FFD-E87D-AE1691394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ED6E4-5B8D-8AEB-9213-86CB59F40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60C4-CC07-42CE-9DAD-9A4CD5ED5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286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ACC3-523E-E19B-1A73-3FE18B34C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D75C0-A628-50E7-2EC6-9C9D29C8B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45440-8BFB-BFD5-819A-FBCBEF34B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C1E74-46CA-0177-3B8C-9C46C616D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57CF-590D-43F0-82CF-E0A43C9C036F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C0EB1-0222-A5EB-4E2C-21B06A77C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AB4E9-776C-6796-AC76-D659E4EC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60C4-CC07-42CE-9DAD-9A4CD5ED5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279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DFD4-0801-4587-D15D-892F6F2D8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31A308-1E92-9AA3-FDA5-B05BD8D252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322DB-0FA6-3A53-EBD1-C38B73EBC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D3673-1D30-FB33-A720-3159CDAD3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57CF-590D-43F0-82CF-E0A43C9C036F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2D1AD-28D1-3E2B-4698-42779D56B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00A9F-3A93-F34B-B0A5-2AD39377B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60C4-CC07-42CE-9DAD-9A4CD5ED5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14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D66C5-68CA-0625-8356-9EA6AFC2E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54E895-21AB-8DDC-93F8-4D5CC183B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589D0-2B7D-826D-08D8-90E71EBD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57CF-590D-43F0-82CF-E0A43C9C036F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D820C-3388-6041-1795-BCFB04A08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463BC-F754-196F-241D-8AC797E82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60C4-CC07-42CE-9DAD-9A4CD5ED5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606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F3F054-EAD4-5939-F48E-156F29AF9E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CB086-FF21-D48A-C43E-C9FB40281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C5DF8-EBD0-4390-1954-8AE52B3FF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57CF-590D-43F0-82CF-E0A43C9C036F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DEC9E-51F2-0315-36C6-190E6A0A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5B20F-BA5E-58F8-8FCB-4A1E210F0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760C4-CC07-42CE-9DAD-9A4CD5ED5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163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B75E0A-C031-1963-6F9F-50E218D52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B8BD8-BF6F-0007-BC89-C24A4D33F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0C92D-7C67-F11F-40DE-1F1022262E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257CF-590D-43F0-82CF-E0A43C9C036F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FC24C-F0C4-5029-E3D0-C19E6AD6A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FF650-CCCB-422B-D0AE-1610817E0F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7760C4-CC07-42CE-9DAD-9A4CD5ED5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2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C096D8-4FEA-7AAE-7058-A9ADE930E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683"/>
            <a:ext cx="12192000" cy="64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36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jahanvi gupta</dc:creator>
  <cp:lastModifiedBy>jahanvi gupta</cp:lastModifiedBy>
  <cp:revision>1</cp:revision>
  <dcterms:created xsi:type="dcterms:W3CDTF">2026-06-07T10:17:53Z</dcterms:created>
  <dcterms:modified xsi:type="dcterms:W3CDTF">2026-06-07T10:18:09Z</dcterms:modified>
</cp:coreProperties>
</file>